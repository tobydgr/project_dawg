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43C780-2364-FE29-9DE3-6C9AFF24B9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D67D8FB-0C71-8EBD-1F8B-8D9F4E385D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203161-7063-A570-1694-1D1C85D27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B1416-2CC6-4503-A9B9-B9E86FF32F7D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98DA61B-ED07-F65E-B38F-2B023B91F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DB1818-90B9-564C-7EFE-3225CE3A8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B10A-4564-47A9-88EB-8D48CDACF16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5659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EF35A5-FAF6-845B-D96E-BA6376F7B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A4164F6-B741-3706-1700-D2A394612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4FBB6D-5CE3-EE4A-68C4-ACA220BA1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B1416-2CC6-4503-A9B9-B9E86FF32F7D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1D1A36F-A8B5-2C56-E02B-81E680E0A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F9BB209-68AE-5F41-D81B-CC7E89E51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B10A-4564-47A9-88EB-8D48CDACF16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6182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FAE9DD-F22D-92F6-FA43-B77D41BA9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28CB89F-BF0D-F1E4-D52C-E30214AFE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5C3C08-0B27-6636-A8D0-E92F44C8A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B1416-2CC6-4503-A9B9-B9E86FF32F7D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36458F-91B4-04C8-3052-070208DC8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2E1F2CF-39FC-8D9F-2E19-6FE6A4568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B10A-4564-47A9-88EB-8D48CDACF16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1259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88CD2D-0255-AA3E-7427-FE4ECA02E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44C0277-1853-8875-F5D5-B534AF8E03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CF8C42E-4596-8246-73C5-2236EF6FE2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5A8B0DB-7A81-724E-B11F-812FC67B2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B1416-2CC6-4503-A9B9-B9E86FF32F7D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F1D44F3-7A2A-B526-F47F-7D17B7AAF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98A43D6-0FA7-F6EA-F51D-C1A200B50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B10A-4564-47A9-88EB-8D48CDACF16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3131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4679CE-4B2D-DB81-A32E-1861D1EF9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3F66E8-CA1A-361A-CDBE-3B563458B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B709E59-5F00-D351-6948-91BC473EC3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4E75631-56AE-FFDC-0421-FC58CD452E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73C672B-E63D-82E2-FF73-257436AFCA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517BDA3-2D57-09F9-7AF9-6E6EBB0DE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B1416-2CC6-4503-A9B9-B9E86FF32F7D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E754C39-FCD5-BC6F-6183-CFCA35B27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0CDD33-D0DA-A13F-7A19-D8688A2FD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B10A-4564-47A9-88EB-8D48CDACF16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7999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24A584-C84F-C0B5-5478-C74E1409A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9CA7C03-E305-F560-EE81-9DC339961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B1416-2CC6-4503-A9B9-B9E86FF32F7D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532D1FA-EDB4-4550-3D94-48870B3BE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FA03DE8-F921-21F4-6F8D-078161D8D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B10A-4564-47A9-88EB-8D48CDACF16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6043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DFA3A25-D3DD-DB01-A8D5-D7676FC01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B1416-2CC6-4503-A9B9-B9E86FF32F7D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88B2596-C6E5-D0D7-8962-2A3C736E1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6C0D2AA-9CC0-21E4-60D1-F8DD12A3A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B10A-4564-47A9-88EB-8D48CDACF16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4692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3C2BF2-8997-7BF0-0176-DFB39789E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C137230-6073-379A-2DE8-3D1D877A6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E9782EA-69F6-7929-595F-1D328E8635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B3D861D-B8DA-5E8B-DB08-ACF5FA325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B1416-2CC6-4503-A9B9-B9E86FF32F7D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EDB2157-6BC8-C388-AB0A-36A4628F2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129E94-CC74-7B5B-8D04-83B40BEDB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B10A-4564-47A9-88EB-8D48CDACF16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4002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CF0BE5-E3DF-4F35-8572-C4A86E1C7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18CB7A8-CD68-F994-27BA-0CE48D1B46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53024EF-907F-62CD-0D49-646531259F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1AEB3F0-FD8F-E4F1-F063-14CDF1E52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B1416-2CC6-4503-A9B9-B9E86FF32F7D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0B8C897-D236-433B-C553-961B440F9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18769D-21FD-7EED-0444-E862B90B7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B10A-4564-47A9-88EB-8D48CDACF16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9386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BA5E6E-7F1D-8A74-DF96-D885EE49B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ACB77A5-3724-7BA1-41E3-616B00895A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E255F9-607E-7948-53A1-05F2C1784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B1416-2CC6-4503-A9B9-B9E86FF32F7D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0A6E80B-7C08-4A84-8C68-93BF4A403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F577B64-401B-00A5-DF5A-21878CBCB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B10A-4564-47A9-88EB-8D48CDACF16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5762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4655F22-F941-C2E4-6425-18A56C8477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4E4CEFA-0A84-EC7C-A522-EAD9B7274B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7FE28F-A78F-EF35-9E8C-A0FC99DBF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B1416-2CC6-4503-A9B9-B9E86FF32F7D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89738D7-BFB0-09C5-2F99-D79B73F33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83BB20E-793A-EF46-CB1C-D84279EA1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B10A-4564-47A9-88EB-8D48CDACF16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9575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6F18583-AFCA-E574-49E4-64BB01833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D73AA42-1AE4-0D0B-D539-40DD0F76E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C84FACB-7525-5DE5-2B43-77426834B8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DB1416-2CC6-4503-A9B9-B9E86FF32F7D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D2E1ADE-2EAD-2227-0103-EB3C73E766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AAAEEC1-964C-6F40-FE2C-31F1949B13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DDB10A-4564-47A9-88EB-8D48CDACF16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808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5721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3F17C-0774-52F1-226D-4A220CD69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530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Tobias D.</dc:creator>
  <cp:lastModifiedBy>Tobias D.</cp:lastModifiedBy>
  <cp:revision>1</cp:revision>
  <dcterms:created xsi:type="dcterms:W3CDTF">2026-07-26T17:39:39Z</dcterms:created>
  <dcterms:modified xsi:type="dcterms:W3CDTF">2026-07-26T17:41:47Z</dcterms:modified>
</cp:coreProperties>
</file>